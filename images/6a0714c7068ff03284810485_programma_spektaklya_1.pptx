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-708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779F800-86E6-7ECA-F760-40F409CCF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890B6B98-1B38-9B24-C350-3F152A81F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B310258-264C-2AF0-94EF-FF46F8837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CB57224-0088-1AE0-E21F-9313D98E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6AA6973-56FD-F198-71D9-09AB2459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0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2764256-FFDA-F6BC-6C53-5C11E1B3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D2CDD08-7CB4-0D00-8678-1983A1C90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493ADB4-C1DD-7CE9-E9B0-EADF7B44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C392041-0E8A-9AF8-99EB-46B25BE4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64EA180-844B-A248-A6F6-9C1E6037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67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25E2F29-46E0-77FF-C529-C44B7460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CC2C5B36-DFCA-54C8-F181-C38B717AC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63B39ED-ECA7-7342-EAC4-D1D91FBE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A8C4A55-7881-BCF1-A78B-81E245CCB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712F957-B2FE-3203-5373-B692B302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474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7043B52-5A76-B1A0-C8FD-D1480A2C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8831F7F-F699-89A8-2687-D905E7721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2EAE3CC8-99AF-4904-8E35-6F52A90F9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82C1DB0C-A388-F0F7-04D7-6DE2922AD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7AB9C7CE-B6DF-7ADD-B834-12FD0B15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7B452FD6-A664-26D3-4EB7-6907AE69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50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1EEED75-DFBA-0DE7-D21D-F01AD14B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A67630F-99E0-CF86-69F3-B3FC3EFFE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09BFD96C-D8AC-4368-1F51-D59B42914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279D025F-A251-FC76-3FA8-A3FCD35BF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46A622E4-4991-94F9-D3C4-BAF5BA67A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267E15EC-7F1E-0FE3-01C2-C382E42E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F1B13AF3-902D-6D67-CCDE-28E1E9A26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58A7FB9A-34F4-272B-3084-0E1FFFA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968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EBC20D0-32CF-7DC5-5CB8-3558CFB8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4962BBDE-CAA9-995B-26BD-2BE9A916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7EBE6649-4890-0E3D-2A22-332B9ACA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A87823A8-ED92-E004-B7AA-2429479E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16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8707E240-E6E8-373F-9C23-D0DA4C79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D56A2298-4120-A2B3-EA0A-DC39C42B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8F2BE6BB-CA4B-FA48-6569-6C686BFB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292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6BF0D39-FA2D-E9C0-4B20-829285FD1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D0A4AFA-758C-3E01-DF64-3CDF95E91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1C2A320-4366-4665-8B7D-738EA523D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E30BD52-5787-A8F2-8797-787AAA2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5FD938D9-25A0-9318-5EF9-BED8FE81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18FFDCC-45E0-C1E8-C6FD-949B3B58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37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2F32B77-F547-61E9-204D-108E50DE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7DB92BAD-6DB2-7734-1ECF-FE8CC3AA3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A53ABCED-2884-76E5-E5EF-734132656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AB7A73C-F175-E7AC-1E06-1962A226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D08B215-EF11-0101-669B-931CEF10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F26E6E2-178A-C4FA-721C-EE1ACE46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89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9BB8A2-D79A-6DA1-571D-7369E312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32CF8911-FC3F-055E-1D16-47774E9BA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09045AB-633E-DDCB-BA82-97AA4EFA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5F90A26-96DE-C541-2833-10F65113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DEA0729-944F-05B3-8AC2-849B51E6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68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43A90665-7620-3F9D-9C00-283076E2B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5509CAC9-9FC1-C1BC-1B90-E9B3A7A9B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51779BD-BD54-30C1-5D76-4C860AD4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BEF77DB-DF01-994A-83E0-713ACD9F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638ED72-BC5D-4A95-7B51-20CF605D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18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4041F91-7532-7C81-8272-6AF0B8968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E7DD3FE0-7023-78C8-E422-26585D783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BB58AE4-0431-BF4F-CC91-EE21CB0D2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0CEF7-63C1-4286-A452-2EE27BC6680B}" type="datetimeFigureOut">
              <a:rPr lang="ru-RU" smtClean="0"/>
              <a:t>пт 15.05.26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3C95A471-F7F9-0ACF-3D42-98F3E0AA2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FBA7833-BD89-AC43-DF89-B51E36291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46771-4F89-4187-A08A-E0C9299814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360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9A4804FB-9950-C623-8A5A-F6F1E5A0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СПЕКТАКЛЯ 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«Я ТЕБЯ ЧУВСТВУЮ»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3B3A5E16-3043-997C-AE2A-9A7941B12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436" y="1825625"/>
            <a:ext cx="4536139" cy="4351338"/>
          </a:xfrm>
        </p:spPr>
        <p:txBody>
          <a:bodyPr>
            <a:normAutofit fontScale="92500"/>
          </a:bodyPr>
          <a:lstStyle/>
          <a:p>
            <a:r>
              <a:rPr lang="ru-RU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Заслуженный артист РТ, режиссёр-постановщик 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Сайдаш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Монгуш </a:t>
            </a: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Заслуженная артистка </a:t>
            </a:r>
            <a:r>
              <a:rPr lang="ru-RU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РТ, хореограф –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Екатерина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Кара-Донгак</a:t>
            </a: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Продолжительность спектакля – 30 минут</a:t>
            </a:r>
          </a:p>
          <a:p>
            <a:endParaRPr lang="ru-RU" dirty="0">
              <a:solidFill>
                <a:srgbClr val="00206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36363579-EBA3-F8AA-321C-8FEF3E92E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7153" y="1825625"/>
            <a:ext cx="7261411" cy="4351338"/>
          </a:xfrm>
        </p:spPr>
        <p:txBody>
          <a:bodyPr>
            <a:normAutofit fontScale="92500"/>
          </a:bodyPr>
          <a:lstStyle/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Старик-тувинец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Шолбан Ховалыг</a:t>
            </a: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Маленькая девочка-китаянка 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Севиль Оюн</a:t>
            </a: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Тувинка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Чойгана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Ооржак </a:t>
            </a: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Тувинка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Руслана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Чымба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Китаец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Санчы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Сенги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-Доржу</a:t>
            </a: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Китаянка</a:t>
            </a: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Айлак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Бойгал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Индиец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Юлиан Монгуш</a:t>
            </a: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Индианка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Шенне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Куулар</a:t>
            </a: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Индианка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Сайлык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Сарыглар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42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программа спектакляя</Template>
  <TotalTime>109</TotalTime>
  <Words>61</Words>
  <Application>Microsoft Office PowerPoint</Application>
  <PresentationFormat>Произвольный</PresentationFormat>
  <Paragraphs>15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ПРОГРАММА СПЕКТАКЛЯ  «Я ТЕБЯ ЧУВСТВУЮ»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ПРОГРАММА СПЕКТАКЛЯ  «Я ТЕБЯ ЧУВСТВУЮ»</dc:title>
  <dc:creator>Эльза</dc:creator>
  <cp:lastModifiedBy>Пользователь</cp:lastModifiedBy>
  <cp:revision>5</cp:revision>
  <dcterms:created xsi:type="dcterms:W3CDTF">2026-05-15T10:39:31Z</dcterms:created>
  <dcterms:modified xsi:type="dcterms:W3CDTF">2026-05-15T12:40:52Z</dcterms:modified>
</cp:coreProperties>
</file>